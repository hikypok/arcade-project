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5" r:id="rId4"/>
    <p:sldId id="264" r:id="rId5"/>
    <p:sldId id="257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ru-RU"/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7BE4E56-01CA-4C8C-AECD-5EA062FB0E8D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6068C92-3227-4AF1-9804-E0F4BB00863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/>
          <a:lstStyle/>
          <a:p>
            <a:r>
              <a:rPr lang="en-US" b="1" dirty="0" smtClean="0"/>
              <a:t>Arcade-</a:t>
            </a:r>
            <a:r>
              <a:rPr lang="ru-RU" b="1" dirty="0" smtClean="0"/>
              <a:t>проект:</a:t>
            </a:r>
            <a:br>
              <a:rPr lang="ru-RU" b="1" dirty="0" smtClean="0"/>
            </a:br>
            <a:r>
              <a:rPr lang="ru-RU" b="1" dirty="0" smtClean="0"/>
              <a:t>«Хроники участкового»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7290" y="3214686"/>
            <a:ext cx="6400800" cy="1752600"/>
          </a:xfrm>
        </p:spPr>
        <p:txBody>
          <a:bodyPr/>
          <a:lstStyle/>
          <a:p>
            <a:r>
              <a:rPr lang="ru-RU" dirty="0" smtClean="0"/>
              <a:t>Создавала </a:t>
            </a:r>
          </a:p>
          <a:p>
            <a:r>
              <a:rPr lang="ru-RU" dirty="0" smtClean="0"/>
              <a:t>Феткуллова Алина Ренатовна</a:t>
            </a:r>
          </a:p>
          <a:p>
            <a:r>
              <a:rPr lang="ru-RU" dirty="0" smtClean="0"/>
              <a:t>28.12.25 – 26.01.26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Актуальность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Цель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Идея игры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Геймплей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Особенности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Технические детали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Визуальный </a:t>
            </a:r>
            <a:r>
              <a:rPr lang="ru-RU" dirty="0" smtClean="0"/>
              <a:t>стиль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smtClean="0"/>
              <a:t>Итог</a:t>
            </a:r>
          </a:p>
          <a:p>
            <a:pPr marL="514350" indent="-514350">
              <a:buFont typeface="+mj-lt"/>
              <a:buAutoNum type="arabicParenR"/>
            </a:pPr>
            <a:endParaRPr lang="ru-RU" dirty="0" smtClean="0"/>
          </a:p>
          <a:p>
            <a:pPr marL="514350" indent="-514350">
              <a:buFont typeface="+mj-lt"/>
              <a:buAutoNum type="arabicParenR"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Актуальность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Сегодня </a:t>
            </a:r>
            <a:r>
              <a:rPr lang="ru-RU" dirty="0" smtClean="0"/>
              <a:t>всё больше людей интересуются:</a:t>
            </a:r>
          </a:p>
          <a:p>
            <a:r>
              <a:rPr lang="ru-RU" b="1" dirty="0" smtClean="0"/>
              <a:t>Интерактивными историями</a:t>
            </a:r>
            <a:r>
              <a:rPr lang="ru-RU" dirty="0" smtClean="0"/>
              <a:t> с выбором и последствиями</a:t>
            </a:r>
          </a:p>
          <a:p>
            <a:r>
              <a:rPr lang="ru-RU" b="1" dirty="0" smtClean="0"/>
              <a:t>Локальными, «земными» сюжетами</a:t>
            </a:r>
            <a:r>
              <a:rPr lang="ru-RU" dirty="0" smtClean="0"/>
              <a:t> вместо </a:t>
            </a:r>
            <a:r>
              <a:rPr lang="ru-RU" dirty="0" err="1" smtClean="0"/>
              <a:t>фентези</a:t>
            </a:r>
            <a:r>
              <a:rPr lang="ru-RU" dirty="0" smtClean="0"/>
              <a:t> </a:t>
            </a:r>
            <a:r>
              <a:rPr lang="ru-RU" dirty="0" smtClean="0"/>
              <a:t>и космоса</a:t>
            </a:r>
          </a:p>
          <a:p>
            <a:r>
              <a:rPr lang="ru-RU" b="1" dirty="0" smtClean="0"/>
              <a:t>Играми без интернета</a:t>
            </a:r>
            <a:r>
              <a:rPr lang="ru-RU" dirty="0" smtClean="0"/>
              <a:t>, которые можно запустить на обычном ноутбуке</a:t>
            </a:r>
          </a:p>
          <a:p>
            <a:r>
              <a:rPr lang="ru-RU" b="1" dirty="0" smtClean="0"/>
              <a:t>Образовательным контентом в игровой форме</a:t>
            </a:r>
            <a:r>
              <a:rPr lang="ru-RU" dirty="0" smtClean="0"/>
              <a:t> — особенно в сфере критического мышления</a:t>
            </a:r>
          </a:p>
          <a:p>
            <a:pPr>
              <a:buNone/>
            </a:pPr>
            <a:r>
              <a:rPr lang="ru-RU" dirty="0" smtClean="0"/>
              <a:t>И</a:t>
            </a:r>
            <a:r>
              <a:rPr lang="ru-RU" dirty="0" smtClean="0"/>
              <a:t>гра </a:t>
            </a:r>
            <a:r>
              <a:rPr lang="ru-RU" dirty="0" smtClean="0"/>
              <a:t>отвечает этим запросам:</a:t>
            </a:r>
          </a:p>
          <a:p>
            <a:r>
              <a:rPr lang="ru-RU" dirty="0" smtClean="0"/>
              <a:t>Она </a:t>
            </a:r>
            <a:r>
              <a:rPr lang="ru-RU" b="1" dirty="0" smtClean="0"/>
              <a:t>о реальной жизни</a:t>
            </a:r>
            <a:r>
              <a:rPr lang="ru-RU" dirty="0" smtClean="0"/>
              <a:t>, но с интригой и драмой</a:t>
            </a:r>
          </a:p>
          <a:p>
            <a:r>
              <a:rPr lang="ru-RU" dirty="0" smtClean="0"/>
              <a:t>Работает </a:t>
            </a:r>
            <a:r>
              <a:rPr lang="ru-RU" b="1" dirty="0" smtClean="0"/>
              <a:t>оффлайн</a:t>
            </a:r>
            <a:r>
              <a:rPr lang="ru-RU" dirty="0" smtClean="0"/>
              <a:t>, на Python + Arcade — доступно и бесплатно</a:t>
            </a:r>
          </a:p>
          <a:p>
            <a:r>
              <a:rPr lang="ru-RU" dirty="0" smtClean="0"/>
              <a:t>Подходит </a:t>
            </a:r>
            <a:r>
              <a:rPr lang="ru-RU" b="1" dirty="0" smtClean="0"/>
              <a:t>для школьников, студентов и взрослых</a:t>
            </a:r>
            <a:r>
              <a:rPr lang="ru-RU" dirty="0" smtClean="0"/>
              <a:t>, кто любит головоломки</a:t>
            </a:r>
          </a:p>
          <a:p>
            <a:r>
              <a:rPr lang="ru-RU" dirty="0" smtClean="0"/>
              <a:t>Подчёркивает </a:t>
            </a:r>
            <a:r>
              <a:rPr lang="ru-RU" b="1" dirty="0" smtClean="0"/>
              <a:t>важность честности, внимательности и ответственности</a:t>
            </a:r>
            <a:r>
              <a:rPr lang="ru-RU" dirty="0" smtClean="0"/>
              <a:t> — ценностей, близких профессии полицейского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 </a:t>
            </a:r>
            <a:r>
              <a:rPr lang="ru-RU" b="1" dirty="0" smtClean="0"/>
              <a:t>Цель </a:t>
            </a:r>
            <a:r>
              <a:rPr lang="ru-RU" b="1" dirty="0" smtClean="0"/>
              <a:t>проекта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Создать увлекательную </a:t>
            </a:r>
            <a:r>
              <a:rPr lang="ru-RU" b="1" dirty="0" smtClean="0"/>
              <a:t>обучающе-развлекательную игру</a:t>
            </a:r>
            <a:r>
              <a:rPr lang="ru-RU" dirty="0" smtClean="0"/>
              <a:t> в жанре детектива, где игрок: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Развивает логическое мышление и внимание к </a:t>
            </a:r>
            <a:r>
              <a:rPr lang="ru-RU" dirty="0" smtClean="0"/>
              <a:t>деталям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Погружается </a:t>
            </a:r>
            <a:r>
              <a:rPr lang="ru-RU" dirty="0" smtClean="0"/>
              <a:t>в атмосферу повседневной работы </a:t>
            </a:r>
            <a:r>
              <a:rPr lang="ru-RU" dirty="0" smtClean="0"/>
              <a:t>участкового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Учится </a:t>
            </a:r>
            <a:r>
              <a:rPr lang="ru-RU" dirty="0" smtClean="0"/>
              <a:t>принимать решения на основе улик и </a:t>
            </a:r>
            <a:r>
              <a:rPr lang="ru-RU" dirty="0" smtClean="0"/>
              <a:t>показаний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Прокачивает </a:t>
            </a:r>
            <a:r>
              <a:rPr lang="ru-RU" dirty="0" smtClean="0"/>
              <a:t>навыки расследования через игровую историю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Идея игры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Жанр: детектив / приключения / квест</a:t>
            </a:r>
          </a:p>
          <a:p>
            <a:r>
              <a:rPr lang="ru-RU" dirty="0" smtClean="0"/>
              <a:t>Главный герой: участковый полицейский</a:t>
            </a:r>
          </a:p>
          <a:p>
            <a:r>
              <a:rPr lang="ru-RU" dirty="0" smtClean="0"/>
              <a:t>Сеттинг: небольшой город, где нужно раскрывать преступления</a:t>
            </a:r>
          </a:p>
          <a:p>
            <a:endParaRPr lang="ru-RU" dirty="0"/>
          </a:p>
        </p:txBody>
      </p:sp>
      <p:pic>
        <p:nvPicPr>
          <p:cNvPr id="2050" name="Picture 2" descr="C:\Users\Proger\PycharmProjects\My Arcade Project\images\sprit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2786058"/>
            <a:ext cx="3397270" cy="43415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Геймплей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Типы заданий:</a:t>
            </a:r>
          </a:p>
          <a:p>
            <a:pPr lvl="1"/>
            <a:r>
              <a:rPr lang="ru-RU" dirty="0" smtClean="0"/>
              <a:t>Расследование улик</a:t>
            </a:r>
          </a:p>
          <a:p>
            <a:pPr lvl="1"/>
            <a:r>
              <a:rPr lang="ru-RU" dirty="0" smtClean="0"/>
              <a:t>Допрос подозреваемых</a:t>
            </a:r>
          </a:p>
          <a:p>
            <a:pPr lvl="1"/>
            <a:r>
              <a:rPr lang="ru-RU" dirty="0" smtClean="0"/>
              <a:t>Поимка бандитов</a:t>
            </a:r>
          </a:p>
          <a:p>
            <a:pPr lvl="1"/>
            <a:r>
              <a:rPr lang="ru-RU" dirty="0" smtClean="0"/>
              <a:t>Поиск улик в домах</a:t>
            </a:r>
          </a:p>
          <a:p>
            <a:r>
              <a:rPr lang="ru-RU" dirty="0" smtClean="0"/>
              <a:t>Прогрессия: уровни открываются по мере прохождения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Особенности проекта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ru-RU" dirty="0" smtClean="0"/>
              <a:t>Оффлайн-игра </a:t>
            </a:r>
            <a:r>
              <a:rPr lang="ru-RU" dirty="0" smtClean="0"/>
              <a:t>на Python + Arcade</a:t>
            </a:r>
          </a:p>
          <a:p>
            <a:pPr lvl="1"/>
            <a:r>
              <a:rPr lang="ru-RU" dirty="0" smtClean="0"/>
              <a:t>Сохранение прогресса через SQLite</a:t>
            </a:r>
          </a:p>
          <a:p>
            <a:pPr lvl="1"/>
            <a:r>
              <a:rPr lang="ru-RU" dirty="0" smtClean="0"/>
              <a:t>Анимированный персонаж, переиспользуемый во всех уровнях</a:t>
            </a:r>
          </a:p>
          <a:p>
            <a:pPr lvl="1"/>
            <a:r>
              <a:rPr lang="ru-RU" dirty="0" smtClean="0"/>
              <a:t>Учёт разных </a:t>
            </a:r>
            <a:r>
              <a:rPr lang="ru-RU" dirty="0" smtClean="0"/>
              <a:t>пользователей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62560" y="3214686"/>
            <a:ext cx="3071848" cy="329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Технические детали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72006"/>
          </a:xfrm>
        </p:spPr>
        <p:txBody>
          <a:bodyPr/>
          <a:lstStyle/>
          <a:p>
            <a:r>
              <a:rPr lang="ru-RU" dirty="0" smtClean="0"/>
              <a:t>Используемые библиотеки: </a:t>
            </a:r>
            <a:r>
              <a:rPr lang="ru-RU" dirty="0" err="1" smtClean="0"/>
              <a:t>arcade</a:t>
            </a:r>
            <a:r>
              <a:rPr lang="ru-RU" dirty="0" smtClean="0"/>
              <a:t>, </a:t>
            </a:r>
            <a:r>
              <a:rPr lang="ru-RU" dirty="0" smtClean="0"/>
              <a:t>sqlite3</a:t>
            </a:r>
            <a:endParaRPr lang="ru-RU" dirty="0" smtClean="0"/>
          </a:p>
          <a:p>
            <a:r>
              <a:rPr lang="ru-RU" dirty="0" smtClean="0"/>
              <a:t>Архитектура: ООП, отдельные классы для уровней и персонажа</a:t>
            </a:r>
          </a:p>
          <a:p>
            <a:r>
              <a:rPr lang="ru-RU" dirty="0" smtClean="0"/>
              <a:t>UI: русскоязычный, интуитивный, с динамическими сообщениями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Визуальный стиль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Минимализм + атмосферная графика</a:t>
            </a:r>
          </a:p>
          <a:p>
            <a:r>
              <a:rPr lang="ru-RU" dirty="0" smtClean="0"/>
              <a:t>Фоновые изображения, анимации</a:t>
            </a:r>
          </a:p>
          <a:p>
            <a:r>
              <a:rPr lang="ru-RU" dirty="0" smtClean="0"/>
              <a:t>Звуковое сопровождение (разные треки для меню, входа, уровней)</a:t>
            </a:r>
          </a:p>
          <a:p>
            <a:r>
              <a:rPr lang="ru-RU" dirty="0" smtClean="0"/>
              <a:t>Использование частиц для передачи атмосферы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43380"/>
            <a:ext cx="3143272" cy="2298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3240" y="4214818"/>
            <a:ext cx="301022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2198" y="4143380"/>
            <a:ext cx="307180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Итог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Проект </a:t>
            </a:r>
            <a:r>
              <a:rPr lang="ru-RU" b="1" dirty="0" smtClean="0"/>
              <a:t>«Хроники участкового»</a:t>
            </a:r>
            <a:r>
              <a:rPr lang="ru-RU" dirty="0" smtClean="0"/>
              <a:t> — это:</a:t>
            </a:r>
          </a:p>
          <a:p>
            <a:r>
              <a:rPr lang="ru-RU" b="1" dirty="0" smtClean="0"/>
              <a:t>Завершённый прототип</a:t>
            </a:r>
            <a:r>
              <a:rPr lang="ru-RU" dirty="0" smtClean="0"/>
              <a:t> с системой уровней, сохранением прогресса и авторизацией</a:t>
            </a:r>
          </a:p>
          <a:p>
            <a:r>
              <a:rPr lang="ru-RU" b="1" dirty="0" smtClean="0"/>
              <a:t>Пример </a:t>
            </a:r>
            <a:r>
              <a:rPr lang="ru-RU" b="1" dirty="0" smtClean="0"/>
              <a:t>русскоязычной </a:t>
            </a:r>
            <a:r>
              <a:rPr lang="ru-RU" b="1" dirty="0" smtClean="0"/>
              <a:t>инди-игры</a:t>
            </a:r>
            <a:r>
              <a:rPr lang="ru-RU" dirty="0" smtClean="0"/>
              <a:t>, сделанной одним разработчиком</a:t>
            </a:r>
          </a:p>
          <a:p>
            <a:r>
              <a:rPr lang="ru-RU" b="1" dirty="0" smtClean="0"/>
              <a:t>Платформа для расширения</a:t>
            </a:r>
            <a:r>
              <a:rPr lang="ru-RU" dirty="0" smtClean="0"/>
              <a:t>: можно добавлять новые дела, персонажей, механики</a:t>
            </a:r>
          </a:p>
          <a:p>
            <a:r>
              <a:rPr lang="ru-RU" b="1" dirty="0" smtClean="0"/>
              <a:t>Доказательство</a:t>
            </a:r>
            <a:r>
              <a:rPr lang="ru-RU" dirty="0" smtClean="0"/>
              <a:t>, что даже небольшая локальная игра может быть глубокой, атмосферной и технически грамотной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бычная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Обычная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Обычная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</TotalTime>
  <Words>329</Words>
  <Application>Microsoft Office PowerPoint</Application>
  <PresentationFormat>Экран (4:3)</PresentationFormat>
  <Paragraphs>62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Обычная</vt:lpstr>
      <vt:lpstr>Arcade-проект: «Хроники участкового»</vt:lpstr>
      <vt:lpstr>Содержание</vt:lpstr>
      <vt:lpstr>Актуальность</vt:lpstr>
      <vt:lpstr> Цель проекта</vt:lpstr>
      <vt:lpstr>Идея игры</vt:lpstr>
      <vt:lpstr>Геймплей</vt:lpstr>
      <vt:lpstr>Особенности проекта </vt:lpstr>
      <vt:lpstr>Технические детали</vt:lpstr>
      <vt:lpstr>Визуальный стиль</vt:lpstr>
      <vt:lpstr>Итог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Arcade-проект: «Хроники участкового»</dc:title>
  <dc:creator>Proger</dc:creator>
  <cp:lastModifiedBy>Proger</cp:lastModifiedBy>
  <cp:revision>5</cp:revision>
  <dcterms:created xsi:type="dcterms:W3CDTF">2026-01-18T21:43:54Z</dcterms:created>
  <dcterms:modified xsi:type="dcterms:W3CDTF">2026-01-18T22:12:20Z</dcterms:modified>
</cp:coreProperties>
</file>